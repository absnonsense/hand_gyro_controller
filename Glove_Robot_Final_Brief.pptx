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Accelerometer</c:v>
                </c:pt>
              </c:strCache>
            </c:strRef>
          </c:tx>
          <c:spPr>
            <a:solidFill>
              <a:srgbClr val="D72631"/>
            </a:solidFill>
            <a:ln w="19050" cap="flat">
              <a:solidFill>
                <a:srgbClr val="D726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72631"/>
              </a:solidFill>
              <a:ln w="9525" cap="flat">
                <a:solidFill>
                  <a:srgbClr val="D726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Sheet1!$A$2:$A$111</c:f>
              <c:multiLvlStrCache>
                <c:ptCount val="110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  <c:pt idx="51">
                    <c:v>10.2</c:v>
                  </c:pt>
                  <c:pt idx="52">
                    <c:v>10.4</c:v>
                  </c:pt>
                  <c:pt idx="53">
                    <c:v>10.6</c:v>
                  </c:pt>
                  <c:pt idx="54">
                    <c:v>10.8</c:v>
                  </c:pt>
                  <c:pt idx="55">
                    <c:v>11</c:v>
                  </c:pt>
                  <c:pt idx="56">
                    <c:v>11.2</c:v>
                  </c:pt>
                  <c:pt idx="57">
                    <c:v>11.4</c:v>
                  </c:pt>
                  <c:pt idx="58">
                    <c:v>11.6</c:v>
                  </c:pt>
                  <c:pt idx="59">
                    <c:v>11.8</c:v>
                  </c:pt>
                  <c:pt idx="60">
                    <c:v>12</c:v>
                  </c:pt>
                  <c:pt idx="61">
                    <c:v>12.2</c:v>
                  </c:pt>
                  <c:pt idx="62">
                    <c:v>12.4</c:v>
                  </c:pt>
                  <c:pt idx="63">
                    <c:v>12.6</c:v>
                  </c:pt>
                  <c:pt idx="64">
                    <c:v>12.8</c:v>
                  </c:pt>
                  <c:pt idx="65">
                    <c:v>13</c:v>
                  </c:pt>
                  <c:pt idx="66">
                    <c:v>13.2</c:v>
                  </c:pt>
                  <c:pt idx="67">
                    <c:v>13.4</c:v>
                  </c:pt>
                  <c:pt idx="68">
                    <c:v>13.6</c:v>
                  </c:pt>
                  <c:pt idx="69">
                    <c:v>13.8</c:v>
                  </c:pt>
                  <c:pt idx="70">
                    <c:v>14</c:v>
                  </c:pt>
                  <c:pt idx="71">
                    <c:v>14.2</c:v>
                  </c:pt>
                  <c:pt idx="72">
                    <c:v>14.4</c:v>
                  </c:pt>
                  <c:pt idx="73">
                    <c:v>14.6</c:v>
                  </c:pt>
                  <c:pt idx="74">
                    <c:v>14.8</c:v>
                  </c:pt>
                  <c:pt idx="75">
                    <c:v>15</c:v>
                  </c:pt>
                  <c:pt idx="76">
                    <c:v>15.2</c:v>
                  </c:pt>
                  <c:pt idx="77">
                    <c:v>15.4</c:v>
                  </c:pt>
                  <c:pt idx="78">
                    <c:v>15.6</c:v>
                  </c:pt>
                  <c:pt idx="79">
                    <c:v>15.8</c:v>
                  </c:pt>
                  <c:pt idx="80">
                    <c:v>16</c:v>
                  </c:pt>
                  <c:pt idx="81">
                    <c:v>16.2</c:v>
                  </c:pt>
                  <c:pt idx="82">
                    <c:v>16.4</c:v>
                  </c:pt>
                  <c:pt idx="83">
                    <c:v>16.6</c:v>
                  </c:pt>
                  <c:pt idx="84">
                    <c:v>16.8</c:v>
                  </c:pt>
                  <c:pt idx="85">
                    <c:v>17</c:v>
                  </c:pt>
                  <c:pt idx="86">
                    <c:v>17.2</c:v>
                  </c:pt>
                  <c:pt idx="87">
                    <c:v>17.4</c:v>
                  </c:pt>
                  <c:pt idx="88">
                    <c:v>17.6</c:v>
                  </c:pt>
                  <c:pt idx="89">
                    <c:v>17.8</c:v>
                  </c:pt>
                  <c:pt idx="90">
                    <c:v>18</c:v>
                  </c:pt>
                  <c:pt idx="91">
                    <c:v>18.2</c:v>
                  </c:pt>
                  <c:pt idx="92">
                    <c:v>18.4</c:v>
                  </c:pt>
                  <c:pt idx="93">
                    <c:v>18.6</c:v>
                  </c:pt>
                  <c:pt idx="94">
                    <c:v>18.8</c:v>
                  </c:pt>
                  <c:pt idx="95">
                    <c:v>19</c:v>
                  </c:pt>
                  <c:pt idx="96">
                    <c:v>19.2</c:v>
                  </c:pt>
                  <c:pt idx="97">
                    <c:v>19.4</c:v>
                  </c:pt>
                  <c:pt idx="98">
                    <c:v>19.6</c:v>
                  </c:pt>
                  <c:pt idx="99">
                    <c:v>19.8</c:v>
                  </c:pt>
                  <c:pt idx="100">
                    <c:v>20</c:v>
                  </c:pt>
                  <c:pt idx="101">
                    <c:v>20.2</c:v>
                  </c:pt>
                  <c:pt idx="102">
                    <c:v>20.4</c:v>
                  </c:pt>
                  <c:pt idx="103">
                    <c:v>20.6</c:v>
                  </c:pt>
                  <c:pt idx="104">
                    <c:v>20.8</c:v>
                  </c:pt>
                  <c:pt idx="105">
                    <c:v>21</c:v>
                  </c:pt>
                  <c:pt idx="106">
                    <c:v>21.2</c:v>
                  </c:pt>
                  <c:pt idx="107">
                    <c:v>21.4</c:v>
                  </c:pt>
                  <c:pt idx="108">
                    <c:v>21.6</c:v>
                  </c:pt>
                  <c:pt idx="109">
                    <c:v>21.8</c:v>
                  </c:pt>
                </c:lvl>
              </c:multiLvlStrCache>
            </c:multiLvl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0.08671433421101625</c:v>
                </c:pt>
                <c:pt idx="1">
                  <c:v>-0.06895572759829811</c:v>
                </c:pt>
                <c:pt idx="2">
                  <c:v>-0.008231836910670065</c:v>
                </c:pt>
                <c:pt idx="3">
                  <c:v>-0.038629767645073226</c:v>
                </c:pt>
                <c:pt idx="4">
                  <c:v>-0.03896530960751328</c:v>
                </c:pt>
                <c:pt idx="5">
                  <c:v>0.07956685771146575</c:v>
                </c:pt>
                <c:pt idx="6">
                  <c:v>-0.03481760093380184</c:v>
                </c:pt>
                <c:pt idx="7">
                  <c:v>0.0698653086887783</c:v>
                </c:pt>
                <c:pt idx="8">
                  <c:v>0.012857201179861244</c:v>
                </c:pt>
                <c:pt idx="9">
                  <c:v>-0.09546877622321284</c:v>
                </c:pt>
                <c:pt idx="10">
                  <c:v>-0.023566938524854787</c:v>
                </c:pt>
                <c:pt idx="11">
                  <c:v>0.02451186137965147</c:v>
                </c:pt>
                <c:pt idx="12">
                  <c:v>-0.08308553890550643</c:v>
                </c:pt>
                <c:pt idx="13">
                  <c:v>0.022540380629927494</c:v>
                </c:pt>
                <c:pt idx="14">
                  <c:v>-0.052768070527147826</c:v>
                </c:pt>
                <c:pt idx="15">
                  <c:v>-0.09635835550438072</c:v>
                </c:pt>
                <c:pt idx="16">
                  <c:v>-0.0549339293084326</c:v>
                </c:pt>
                <c:pt idx="17">
                  <c:v>-0.07247075753007555</c:v>
                </c:pt>
                <c:pt idx="18">
                  <c:v>-0.08800129687580052</c:v>
                </c:pt>
                <c:pt idx="19">
                  <c:v>-0.029197777176485175</c:v>
                </c:pt>
                <c:pt idx="20">
                  <c:v>0.0333329438528037</c:v>
                </c:pt>
                <c:pt idx="21">
                  <c:v>0.0790494223257654</c:v>
                </c:pt>
                <c:pt idx="22">
                  <c:v>-0.01864826310008656</c:v>
                </c:pt>
                <c:pt idx="23">
                  <c:v>-0.06223107005065814</c:v>
                </c:pt>
                <c:pt idx="24">
                  <c:v>-0.009306140575805921</c:v>
                </c:pt>
                <c:pt idx="25">
                  <c:v>1.1579443738039694</c:v>
                </c:pt>
                <c:pt idx="26">
                  <c:v>1.4236209734935654</c:v>
                </c:pt>
                <c:pt idx="27">
                  <c:v>-3.217263453344947</c:v>
                </c:pt>
                <c:pt idx="28">
                  <c:v>1.0970290805379401</c:v>
                </c:pt>
                <c:pt idx="29">
                  <c:v>1.3711976759460205</c:v>
                </c:pt>
                <c:pt idx="30">
                  <c:v>-1.0578862427845928</c:v>
                </c:pt>
                <c:pt idx="31">
                  <c:v>-1.1687918256124783</c:v>
                </c:pt>
                <c:pt idx="32">
                  <c:v>2.470721940105005</c:v>
                </c:pt>
                <c:pt idx="33">
                  <c:v>-1.5947654423697761</c:v>
                </c:pt>
                <c:pt idx="34">
                  <c:v>0.03422366675031008</c:v>
                </c:pt>
                <c:pt idx="35">
                  <c:v>-0.11433988261293768</c:v>
                </c:pt>
                <c:pt idx="36">
                  <c:v>0.740455966317488</c:v>
                </c:pt>
                <c:pt idx="37">
                  <c:v>0.5312300937050106</c:v>
                </c:pt>
                <c:pt idx="38">
                  <c:v>-1.871552834792322</c:v>
                </c:pt>
                <c:pt idx="39">
                  <c:v>1.0626483082612075</c:v>
                </c:pt>
                <c:pt idx="40">
                  <c:v>0.9025650554672542</c:v>
                </c:pt>
                <c:pt idx="41">
                  <c:v>-1.093637304245796</c:v>
                </c:pt>
                <c:pt idx="42">
                  <c:v>-0.8827759033477831</c:v>
                </c:pt>
                <c:pt idx="43">
                  <c:v>3.0278744008563234</c:v>
                </c:pt>
                <c:pt idx="44">
                  <c:v>-2.7743819379103964</c:v>
                </c:pt>
                <c:pt idx="45">
                  <c:v>-0.0754926929746037</c:v>
                </c:pt>
                <c:pt idx="46">
                  <c:v>1.7009688309052764</c:v>
                </c:pt>
                <c:pt idx="47">
                  <c:v>-0.6481254666376898</c:v>
                </c:pt>
                <c:pt idx="48">
                  <c:v>-1.13226678924205</c:v>
                </c:pt>
                <c:pt idx="49">
                  <c:v>1.1630412568656985</c:v>
                </c:pt>
                <c:pt idx="50">
                  <c:v>0.294964816105876</c:v>
                </c:pt>
                <c:pt idx="51">
                  <c:v>-0.4095088458722623</c:v>
                </c:pt>
                <c:pt idx="52">
                  <c:v>0.30205067146530573</c:v>
                </c:pt>
                <c:pt idx="53">
                  <c:v>-0.7850556610074735</c:v>
                </c:pt>
                <c:pt idx="54">
                  <c:v>2.142154947103116</c:v>
                </c:pt>
                <c:pt idx="55">
                  <c:v>-2.083738898876822</c:v>
                </c:pt>
                <c:pt idx="56">
                  <c:v>0.35714309259700466</c:v>
                </c:pt>
                <c:pt idx="57">
                  <c:v>1.668198458778501</c:v>
                </c:pt>
                <c:pt idx="58">
                  <c:v>-0.9413201268136703</c:v>
                </c:pt>
                <c:pt idx="59">
                  <c:v>-1.5396974128695777</c:v>
                </c:pt>
                <c:pt idx="60">
                  <c:v>2.572854380173919</c:v>
                </c:pt>
                <c:pt idx="61">
                  <c:v>-0.39512323646425973</c:v>
                </c:pt>
                <c:pt idx="62">
                  <c:v>-1.7362085103495035</c:v>
                </c:pt>
                <c:pt idx="63">
                  <c:v>1.6814182264789106</c:v>
                </c:pt>
                <c:pt idx="64">
                  <c:v>-0.16388846493070067</c:v>
                </c:pt>
                <c:pt idx="65">
                  <c:v>-0.29839942392993246</c:v>
                </c:pt>
                <c:pt idx="66">
                  <c:v>-0.9112277532298765</c:v>
                </c:pt>
                <c:pt idx="67">
                  <c:v>1.1934069643181953</c:v>
                </c:pt>
                <c:pt idx="68">
                  <c:v>-0.4999628389702851</c:v>
                </c:pt>
                <c:pt idx="69">
                  <c:v>-0.24431488418793257</c:v>
                </c:pt>
                <c:pt idx="70">
                  <c:v>-1.2597743526081644</c:v>
                </c:pt>
                <c:pt idx="71">
                  <c:v>2.472471634426057</c:v>
                </c:pt>
                <c:pt idx="72">
                  <c:v>-0.7259766212154547</c:v>
                </c:pt>
                <c:pt idx="73">
                  <c:v>-1.7154465454642285</c:v>
                </c:pt>
                <c:pt idx="74">
                  <c:v>2.258270954892106</c:v>
                </c:pt>
                <c:pt idx="75">
                  <c:v>-0.6556690681423896</c:v>
                </c:pt>
                <c:pt idx="76">
                  <c:v>-1.4433384022060158</c:v>
                </c:pt>
                <c:pt idx="77">
                  <c:v>0.8097125892218779</c:v>
                </c:pt>
                <c:pt idx="78">
                  <c:v>1.7480533063010606</c:v>
                </c:pt>
                <c:pt idx="79">
                  <c:v>-2.3153503630021084</c:v>
                </c:pt>
                <c:pt idx="80">
                  <c:v>1.2079531597411641</c:v>
                </c:pt>
                <c:pt idx="81">
                  <c:v>-0.23287087891443917</c:v>
                </c:pt>
                <c:pt idx="82">
                  <c:v>0.6966037506015668</c:v>
                </c:pt>
                <c:pt idx="83">
                  <c:v>-0.6795534890038729</c:v>
                </c:pt>
                <c:pt idx="84">
                  <c:v>-0.1541883825850913</c:v>
                </c:pt>
                <c:pt idx="85">
                  <c:v>1.2860472177345976</c:v>
                </c:pt>
                <c:pt idx="86">
                  <c:v>-0.343500943492722</c:v>
                </c:pt>
                <c:pt idx="87">
                  <c:v>-1.3117767814105041</c:v>
                </c:pt>
                <c:pt idx="88">
                  <c:v>1.4656001704938555</c:v>
                </c:pt>
                <c:pt idx="89">
                  <c:v>1.3949444082097096</c:v>
                </c:pt>
                <c:pt idx="90">
                  <c:v>-3.196049643720429</c:v>
                </c:pt>
                <c:pt idx="91">
                  <c:v>2.2782706813089573</c:v>
                </c:pt>
                <c:pt idx="92">
                  <c:v>0.31325737659287445</c:v>
                </c:pt>
                <c:pt idx="93">
                  <c:v>-1.1575209631726082</c:v>
                </c:pt>
                <c:pt idx="94">
                  <c:v>-0.07303184271239851</c:v>
                </c:pt>
                <c:pt idx="95">
                  <c:v>1.4507288151391369</c:v>
                </c:pt>
                <c:pt idx="96">
                  <c:v>-1.0262732472433318</c:v>
                </c:pt>
                <c:pt idx="97">
                  <c:v>-0.34085978968250263</c:v>
                </c:pt>
                <c:pt idx="98">
                  <c:v>0.3176090237865572</c:v>
                </c:pt>
                <c:pt idx="99">
                  <c:v>-0.05392413738252497</c:v>
                </c:pt>
                <c:pt idx="100">
                  <c:v>0.52768138515703</c:v>
                </c:pt>
                <c:pt idx="101">
                  <c:v>-2.1467777352020274</c:v>
                </c:pt>
                <c:pt idx="102">
                  <c:v>2.149385764983002</c:v>
                </c:pt>
                <c:pt idx="103">
                  <c:v>-0.12613895301489428</c:v>
                </c:pt>
                <c:pt idx="104">
                  <c:v>-1.328281067294093</c:v>
                </c:pt>
                <c:pt idx="105">
                  <c:v>-0.04156400177321696</c:v>
                </c:pt>
                <c:pt idx="106">
                  <c:v>2.3306423558233247</c:v>
                </c:pt>
                <c:pt idx="107">
                  <c:v>-2.804646346621115</c:v>
                </c:pt>
                <c:pt idx="108">
                  <c:v>0.03759771732445186</c:v>
                </c:pt>
                <c:pt idx="109">
                  <c:v>1.7898539846592452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Kalman</c:v>
                </c:pt>
              </c:strCache>
            </c:strRef>
          </c:tx>
          <c:spPr>
            <a:solidFill>
              <a:srgbClr val="29B6F6"/>
            </a:solidFill>
            <a:ln w="19050" cap="flat">
              <a:solidFill>
                <a:srgbClr val="29B6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9B6F6"/>
              </a:solidFill>
              <a:ln w="9525" cap="flat">
                <a:solidFill>
                  <a:srgbClr val="29B6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Sheet1!$A$2:$A$111</c:f>
              <c:multiLvlStrCache>
                <c:ptCount val="110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  <c:pt idx="51">
                    <c:v>10.2</c:v>
                  </c:pt>
                  <c:pt idx="52">
                    <c:v>10.4</c:v>
                  </c:pt>
                  <c:pt idx="53">
                    <c:v>10.6</c:v>
                  </c:pt>
                  <c:pt idx="54">
                    <c:v>10.8</c:v>
                  </c:pt>
                  <c:pt idx="55">
                    <c:v>11</c:v>
                  </c:pt>
                  <c:pt idx="56">
                    <c:v>11.2</c:v>
                  </c:pt>
                  <c:pt idx="57">
                    <c:v>11.4</c:v>
                  </c:pt>
                  <c:pt idx="58">
                    <c:v>11.6</c:v>
                  </c:pt>
                  <c:pt idx="59">
                    <c:v>11.8</c:v>
                  </c:pt>
                  <c:pt idx="60">
                    <c:v>12</c:v>
                  </c:pt>
                  <c:pt idx="61">
                    <c:v>12.2</c:v>
                  </c:pt>
                  <c:pt idx="62">
                    <c:v>12.4</c:v>
                  </c:pt>
                  <c:pt idx="63">
                    <c:v>12.6</c:v>
                  </c:pt>
                  <c:pt idx="64">
                    <c:v>12.8</c:v>
                  </c:pt>
                  <c:pt idx="65">
                    <c:v>13</c:v>
                  </c:pt>
                  <c:pt idx="66">
                    <c:v>13.2</c:v>
                  </c:pt>
                  <c:pt idx="67">
                    <c:v>13.4</c:v>
                  </c:pt>
                  <c:pt idx="68">
                    <c:v>13.6</c:v>
                  </c:pt>
                  <c:pt idx="69">
                    <c:v>13.8</c:v>
                  </c:pt>
                  <c:pt idx="70">
                    <c:v>14</c:v>
                  </c:pt>
                  <c:pt idx="71">
                    <c:v>14.2</c:v>
                  </c:pt>
                  <c:pt idx="72">
                    <c:v>14.4</c:v>
                  </c:pt>
                  <c:pt idx="73">
                    <c:v>14.6</c:v>
                  </c:pt>
                  <c:pt idx="74">
                    <c:v>14.8</c:v>
                  </c:pt>
                  <c:pt idx="75">
                    <c:v>15</c:v>
                  </c:pt>
                  <c:pt idx="76">
                    <c:v>15.2</c:v>
                  </c:pt>
                  <c:pt idx="77">
                    <c:v>15.4</c:v>
                  </c:pt>
                  <c:pt idx="78">
                    <c:v>15.6</c:v>
                  </c:pt>
                  <c:pt idx="79">
                    <c:v>15.8</c:v>
                  </c:pt>
                  <c:pt idx="80">
                    <c:v>16</c:v>
                  </c:pt>
                  <c:pt idx="81">
                    <c:v>16.2</c:v>
                  </c:pt>
                  <c:pt idx="82">
                    <c:v>16.4</c:v>
                  </c:pt>
                  <c:pt idx="83">
                    <c:v>16.6</c:v>
                  </c:pt>
                  <c:pt idx="84">
                    <c:v>16.8</c:v>
                  </c:pt>
                  <c:pt idx="85">
                    <c:v>17</c:v>
                  </c:pt>
                  <c:pt idx="86">
                    <c:v>17.2</c:v>
                  </c:pt>
                  <c:pt idx="87">
                    <c:v>17.4</c:v>
                  </c:pt>
                  <c:pt idx="88">
                    <c:v>17.6</c:v>
                  </c:pt>
                  <c:pt idx="89">
                    <c:v>17.8</c:v>
                  </c:pt>
                  <c:pt idx="90">
                    <c:v>18</c:v>
                  </c:pt>
                  <c:pt idx="91">
                    <c:v>18.2</c:v>
                  </c:pt>
                  <c:pt idx="92">
                    <c:v>18.4</c:v>
                  </c:pt>
                  <c:pt idx="93">
                    <c:v>18.6</c:v>
                  </c:pt>
                  <c:pt idx="94">
                    <c:v>18.8</c:v>
                  </c:pt>
                  <c:pt idx="95">
                    <c:v>19</c:v>
                  </c:pt>
                  <c:pt idx="96">
                    <c:v>19.2</c:v>
                  </c:pt>
                  <c:pt idx="97">
                    <c:v>19.4</c:v>
                  </c:pt>
                  <c:pt idx="98">
                    <c:v>19.6</c:v>
                  </c:pt>
                  <c:pt idx="99">
                    <c:v>19.8</c:v>
                  </c:pt>
                  <c:pt idx="100">
                    <c:v>20</c:v>
                  </c:pt>
                  <c:pt idx="101">
                    <c:v>20.2</c:v>
                  </c:pt>
                  <c:pt idx="102">
                    <c:v>20.4</c:v>
                  </c:pt>
                  <c:pt idx="103">
                    <c:v>20.6</c:v>
                  </c:pt>
                  <c:pt idx="104">
                    <c:v>20.8</c:v>
                  </c:pt>
                  <c:pt idx="105">
                    <c:v>21</c:v>
                  </c:pt>
                  <c:pt idx="106">
                    <c:v>21.2</c:v>
                  </c:pt>
                  <c:pt idx="107">
                    <c:v>21.4</c:v>
                  </c:pt>
                  <c:pt idx="108">
                    <c:v>21.6</c:v>
                  </c:pt>
                  <c:pt idx="109">
                    <c:v>21.8</c:v>
                  </c:pt>
                </c:lvl>
              </c:multiLvlStrCache>
            </c:multiLvlStrRef>
          </c:cat>
          <c:val>
            <c:numRef>
              <c:f>Sheet1!$C$2:$C$111</c:f>
              <c:numCache>
                <c:formatCode>General</c:formatCode>
                <c:ptCount val="110"/>
                <c:pt idx="0">
                  <c:v>0.05978609314706887</c:v>
                </c:pt>
                <c:pt idx="1">
                  <c:v>-0.02856520802448905</c:v>
                </c:pt>
                <c:pt idx="2">
                  <c:v>0.04566509832013903</c:v>
                </c:pt>
                <c:pt idx="3">
                  <c:v>-0.05418872898477795</c:v>
                </c:pt>
                <c:pt idx="4">
                  <c:v>0.042136129655971154</c:v>
                </c:pt>
                <c:pt idx="5">
                  <c:v>0.00265687784858224</c:v>
                </c:pt>
                <c:pt idx="6">
                  <c:v>0.05413757481267704</c:v>
                </c:pt>
                <c:pt idx="7">
                  <c:v>0.021835702494496</c:v>
                </c:pt>
                <c:pt idx="8">
                  <c:v>-0.0059716334843126885</c:v>
                </c:pt>
                <c:pt idx="9">
                  <c:v>-0.06976104058712235</c:v>
                </c:pt>
                <c:pt idx="10">
                  <c:v>0.025227639138819234</c:v>
                </c:pt>
                <c:pt idx="11">
                  <c:v>0.04941373707285499</c:v>
                </c:pt>
                <c:pt idx="12">
                  <c:v>0.03174858904355412</c:v>
                </c:pt>
                <c:pt idx="13">
                  <c:v>-0.000896660517333836</c:v>
                </c:pt>
                <c:pt idx="14">
                  <c:v>0.030364599511011014</c:v>
                </c:pt>
                <c:pt idx="15">
                  <c:v>-0.0029783299715020807</c:v>
                </c:pt>
                <c:pt idx="16">
                  <c:v>0.041502876201851176</c:v>
                </c:pt>
                <c:pt idx="17">
                  <c:v>0.057407773131081405</c:v>
                </c:pt>
                <c:pt idx="18">
                  <c:v>0.06492553598302583</c:v>
                </c:pt>
                <c:pt idx="19">
                  <c:v>0.04226621435991796</c:v>
                </c:pt>
                <c:pt idx="20">
                  <c:v>-0.04007997903112768</c:v>
                </c:pt>
                <c:pt idx="21">
                  <c:v>0.009686697497902007</c:v>
                </c:pt>
                <c:pt idx="22">
                  <c:v>0.0716085669458024</c:v>
                </c:pt>
                <c:pt idx="23">
                  <c:v>-0.05914397041585331</c:v>
                </c:pt>
                <c:pt idx="24">
                  <c:v>-0.028402256680567284</c:v>
                </c:pt>
                <c:pt idx="25">
                  <c:v>-0.011186077232784874</c:v>
                </c:pt>
                <c:pt idx="26">
                  <c:v>0.07316525948847344</c:v>
                </c:pt>
                <c:pt idx="27">
                  <c:v>-0.00580181659760357</c:v>
                </c:pt>
                <c:pt idx="28">
                  <c:v>-0.0028546760390480872</c:v>
                </c:pt>
                <c:pt idx="29">
                  <c:v>0.04928033080441426</c:v>
                </c:pt>
                <c:pt idx="30">
                  <c:v>0.06031680622544976</c:v>
                </c:pt>
                <c:pt idx="31">
                  <c:v>0.0143567144696077</c:v>
                </c:pt>
                <c:pt idx="32">
                  <c:v>0.021155581233525643</c:v>
                </c:pt>
                <c:pt idx="33">
                  <c:v>0.0693737052609127</c:v>
                </c:pt>
                <c:pt idx="34">
                  <c:v>0.05451487112779981</c:v>
                </c:pt>
                <c:pt idx="35">
                  <c:v>0.056914361541134814</c:v>
                </c:pt>
                <c:pt idx="36">
                  <c:v>0.07230872115568142</c:v>
                </c:pt>
                <c:pt idx="37">
                  <c:v>0.06081009489776964</c:v>
                </c:pt>
                <c:pt idx="38">
                  <c:v>-0.04807419432353036</c:v>
                </c:pt>
                <c:pt idx="39">
                  <c:v>-0.027975500759900327</c:v>
                </c:pt>
                <c:pt idx="40">
                  <c:v>-0.01970643746298054</c:v>
                </c:pt>
                <c:pt idx="41">
                  <c:v>-0.011448036710901744</c:v>
                </c:pt>
                <c:pt idx="42">
                  <c:v>0.021597246938704684</c:v>
                </c:pt>
                <c:pt idx="43">
                  <c:v>-0.011777765073584434</c:v>
                </c:pt>
                <c:pt idx="44">
                  <c:v>0.01857601966867358</c:v>
                </c:pt>
                <c:pt idx="45">
                  <c:v>-0.025834918226636503</c:v>
                </c:pt>
                <c:pt idx="46">
                  <c:v>0.05860827251089464</c:v>
                </c:pt>
                <c:pt idx="47">
                  <c:v>0.0725492709490385</c:v>
                </c:pt>
                <c:pt idx="48">
                  <c:v>0.061441557973878534</c:v>
                </c:pt>
                <c:pt idx="49">
                  <c:v>0.061671423514189756</c:v>
                </c:pt>
                <c:pt idx="50">
                  <c:v>-0.03918220572588649</c:v>
                </c:pt>
                <c:pt idx="51">
                  <c:v>-0.06131734080377862</c:v>
                </c:pt>
                <c:pt idx="52">
                  <c:v>-0.03137284442348402</c:v>
                </c:pt>
                <c:pt idx="53">
                  <c:v>-0.040849517514029154</c:v>
                </c:pt>
                <c:pt idx="54">
                  <c:v>-0.058874408826921486</c:v>
                </c:pt>
                <c:pt idx="55">
                  <c:v>0.004432987866271909</c:v>
                </c:pt>
                <c:pt idx="56">
                  <c:v>-0.04391372214808604</c:v>
                </c:pt>
                <c:pt idx="57">
                  <c:v>0.045876994508222024</c:v>
                </c:pt>
                <c:pt idx="58">
                  <c:v>-0.028261833695493996</c:v>
                </c:pt>
                <c:pt idx="59">
                  <c:v>0.035819510883707883</c:v>
                </c:pt>
                <c:pt idx="60">
                  <c:v>0.05510348395434554</c:v>
                </c:pt>
                <c:pt idx="61">
                  <c:v>-0.038747506661793926</c:v>
                </c:pt>
                <c:pt idx="62">
                  <c:v>0.007183499978169128</c:v>
                </c:pt>
                <c:pt idx="63">
                  <c:v>-0.044941887062828346</c:v>
                </c:pt>
                <c:pt idx="64">
                  <c:v>0.05786505400754106</c:v>
                </c:pt>
                <c:pt idx="65">
                  <c:v>0.0458745740200493</c:v>
                </c:pt>
                <c:pt idx="66">
                  <c:v>-0.022598890175897324</c:v>
                </c:pt>
                <c:pt idx="67">
                  <c:v>0.04520661863603039</c:v>
                </c:pt>
                <c:pt idx="68">
                  <c:v>-0.014910758465964957</c:v>
                </c:pt>
                <c:pt idx="69">
                  <c:v>-0.02323173964730202</c:v>
                </c:pt>
                <c:pt idx="70">
                  <c:v>-0.007811982057003197</c:v>
                </c:pt>
                <c:pt idx="71">
                  <c:v>-0.014609647317074525</c:v>
                </c:pt>
                <c:pt idx="72">
                  <c:v>-0.06428511087193614</c:v>
                </c:pt>
                <c:pt idx="73">
                  <c:v>-0.035706563968909345</c:v>
                </c:pt>
                <c:pt idx="74">
                  <c:v>-0.009557367933709326</c:v>
                </c:pt>
                <c:pt idx="75">
                  <c:v>0.07018541438510852</c:v>
                </c:pt>
                <c:pt idx="76">
                  <c:v>-0.060163977661002704</c:v>
                </c:pt>
                <c:pt idx="77">
                  <c:v>-0.06176657136195654</c:v>
                </c:pt>
                <c:pt idx="78">
                  <c:v>-0.07044605556832728</c:v>
                </c:pt>
                <c:pt idx="79">
                  <c:v>-0.012486908127892648</c:v>
                </c:pt>
                <c:pt idx="80">
                  <c:v>0.04626895735348704</c:v>
                </c:pt>
                <c:pt idx="81">
                  <c:v>-0.03721613481893399</c:v>
                </c:pt>
                <c:pt idx="82">
                  <c:v>0.014592865427612444</c:v>
                </c:pt>
                <c:pt idx="83">
                  <c:v>-0.00872481455002716</c:v>
                </c:pt>
                <c:pt idx="84">
                  <c:v>-0.037357688012538505</c:v>
                </c:pt>
                <c:pt idx="85">
                  <c:v>0.041535758396210785</c:v>
                </c:pt>
                <c:pt idx="86">
                  <c:v>-0.07370133663656633</c:v>
                </c:pt>
                <c:pt idx="87">
                  <c:v>-0.056092967519188</c:v>
                </c:pt>
                <c:pt idx="88">
                  <c:v>0.011434001238504864</c:v>
                </c:pt>
                <c:pt idx="89">
                  <c:v>-0.05051215407064865</c:v>
                </c:pt>
                <c:pt idx="90">
                  <c:v>-0.04466710321934456</c:v>
                </c:pt>
                <c:pt idx="91">
                  <c:v>-0.019757272003613168</c:v>
                </c:pt>
                <c:pt idx="92">
                  <c:v>-0.04667191445884817</c:v>
                </c:pt>
                <c:pt idx="93">
                  <c:v>-0.01589274925666211</c:v>
                </c:pt>
                <c:pt idx="94">
                  <c:v>0.006610731031258132</c:v>
                </c:pt>
                <c:pt idx="95">
                  <c:v>-0.0388074370270225</c:v>
                </c:pt>
                <c:pt idx="96">
                  <c:v>-0.023944564791232036</c:v>
                </c:pt>
                <c:pt idx="97">
                  <c:v>-0.05435535391808035</c:v>
                </c:pt>
                <c:pt idx="98">
                  <c:v>-0.030537338556070825</c:v>
                </c:pt>
                <c:pt idx="99">
                  <c:v>0.030020890098326935</c:v>
                </c:pt>
                <c:pt idx="100">
                  <c:v>-0.0017254199497978462</c:v>
                </c:pt>
                <c:pt idx="101">
                  <c:v>0.06875980911451383</c:v>
                </c:pt>
                <c:pt idx="102">
                  <c:v>-0.07062584354110395</c:v>
                </c:pt>
                <c:pt idx="103">
                  <c:v>-0.03346785832127381</c:v>
                </c:pt>
                <c:pt idx="104">
                  <c:v>0.031224041399973767</c:v>
                </c:pt>
                <c:pt idx="105">
                  <c:v>0.012110037846339261</c:v>
                </c:pt>
                <c:pt idx="106">
                  <c:v>0.008679336626052235</c:v>
                </c:pt>
                <c:pt idx="107">
                  <c:v>0.06583694663016147</c:v>
                </c:pt>
                <c:pt idx="108">
                  <c:v>0.0639152451135503</c:v>
                </c:pt>
                <c:pt idx="109">
                  <c:v>0.01775741300250225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8A8A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A8A8A"/>
                    </a:solidFill>
                    <a:latin typeface="Arial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4"/>
        </c:scaling>
        <c:delete val="0"/>
        <c:axPos val="l"/>
        <c:majorGridlines>
          <c:spPr>
            <a:ln w="6350" cap="flat">
              <a:solidFill>
                <a:srgbClr val="24242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41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4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Accelerometer</c:v>
                </c:pt>
              </c:strCache>
            </c:strRef>
          </c:tx>
          <c:spPr>
            <a:solidFill>
              <a:srgbClr val="D72631"/>
            </a:solidFill>
            <a:ln w="19050" cap="flat">
              <a:solidFill>
                <a:srgbClr val="D726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72631"/>
              </a:solidFill>
              <a:ln w="9525" cap="flat">
                <a:solidFill>
                  <a:srgbClr val="D726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0</c:v>
                  </c:pt>
                  <c:pt idx="1">
                    <c:v>0.03</c:v>
                  </c:pt>
                  <c:pt idx="2">
                    <c:v>0.07</c:v>
                  </c:pt>
                  <c:pt idx="3">
                    <c:v>0.1</c:v>
                  </c:pt>
                  <c:pt idx="4">
                    <c:v>0.13</c:v>
                  </c:pt>
                  <c:pt idx="5">
                    <c:v>0.17</c:v>
                  </c:pt>
                  <c:pt idx="6">
                    <c:v>0.2</c:v>
                  </c:pt>
                  <c:pt idx="7">
                    <c:v>0.23</c:v>
                  </c:pt>
                  <c:pt idx="8">
                    <c:v>0.27</c:v>
                  </c:pt>
                  <c:pt idx="9">
                    <c:v>0.3</c:v>
                  </c:pt>
                  <c:pt idx="10">
                    <c:v>0.33</c:v>
                  </c:pt>
                  <c:pt idx="11">
                    <c:v>0.37</c:v>
                  </c:pt>
                  <c:pt idx="12">
                    <c:v>0.4</c:v>
                  </c:pt>
                  <c:pt idx="13">
                    <c:v>0.43</c:v>
                  </c:pt>
                  <c:pt idx="14">
                    <c:v>0.47</c:v>
                  </c:pt>
                  <c:pt idx="15">
                    <c:v>0.5</c:v>
                  </c:pt>
                  <c:pt idx="16">
                    <c:v>0.53</c:v>
                  </c:pt>
                  <c:pt idx="17">
                    <c:v>0.57</c:v>
                  </c:pt>
                  <c:pt idx="18">
                    <c:v>0.6</c:v>
                  </c:pt>
                  <c:pt idx="19">
                    <c:v>0.63</c:v>
                  </c:pt>
                  <c:pt idx="20">
                    <c:v>0.67</c:v>
                  </c:pt>
                  <c:pt idx="21">
                    <c:v>0.7</c:v>
                  </c:pt>
                  <c:pt idx="22">
                    <c:v>0.73</c:v>
                  </c:pt>
                  <c:pt idx="23">
                    <c:v>0.77</c:v>
                  </c:pt>
                  <c:pt idx="24">
                    <c:v>0.8</c:v>
                  </c:pt>
                  <c:pt idx="25">
                    <c:v>0.83</c:v>
                  </c:pt>
                  <c:pt idx="26">
                    <c:v>0.87</c:v>
                  </c:pt>
                  <c:pt idx="27">
                    <c:v>0.9</c:v>
                  </c:pt>
                  <c:pt idx="28">
                    <c:v>0.93</c:v>
                  </c:pt>
                  <c:pt idx="29">
                    <c:v>0.97</c:v>
                  </c:pt>
                  <c:pt idx="30">
                    <c:v>1</c:v>
                  </c:pt>
                  <c:pt idx="31">
                    <c:v>1.03</c:v>
                  </c:pt>
                  <c:pt idx="32">
                    <c:v>1.07</c:v>
                  </c:pt>
                  <c:pt idx="33">
                    <c:v>1.1</c:v>
                  </c:pt>
                  <c:pt idx="34">
                    <c:v>1.13</c:v>
                  </c:pt>
                  <c:pt idx="35">
                    <c:v>1.17</c:v>
                  </c:pt>
                  <c:pt idx="36">
                    <c:v>1.2</c:v>
                  </c:pt>
                  <c:pt idx="37">
                    <c:v>1.23</c:v>
                  </c:pt>
                  <c:pt idx="38">
                    <c:v>1.27</c:v>
                  </c:pt>
                  <c:pt idx="39">
                    <c:v>1.3</c:v>
                  </c:pt>
                  <c:pt idx="40">
                    <c:v>1.33</c:v>
                  </c:pt>
                  <c:pt idx="41">
                    <c:v>1.37</c:v>
                  </c:pt>
                  <c:pt idx="42">
                    <c:v>1.4</c:v>
                  </c:pt>
                  <c:pt idx="43">
                    <c:v>1.43</c:v>
                  </c:pt>
                  <c:pt idx="44">
                    <c:v>1.47</c:v>
                  </c:pt>
                  <c:pt idx="45">
                    <c:v>1.5</c:v>
                  </c:pt>
                  <c:pt idx="46">
                    <c:v>1.53</c:v>
                  </c:pt>
                  <c:pt idx="47">
                    <c:v>1.57</c:v>
                  </c:pt>
                  <c:pt idx="48">
                    <c:v>1.6</c:v>
                  </c:pt>
                  <c:pt idx="49">
                    <c:v>1.63</c:v>
                  </c:pt>
                  <c:pt idx="50">
                    <c:v>1.67</c:v>
                  </c:pt>
                  <c:pt idx="51">
                    <c:v>1.7</c:v>
                  </c:pt>
                  <c:pt idx="52">
                    <c:v>1.73</c:v>
                  </c:pt>
                  <c:pt idx="53">
                    <c:v>1.76</c:v>
                  </c:pt>
                  <c:pt idx="54">
                    <c:v>1.8</c:v>
                  </c:pt>
                  <c:pt idx="55">
                    <c:v>1.83</c:v>
                  </c:pt>
                  <c:pt idx="56">
                    <c:v>1.86</c:v>
                  </c:pt>
                  <c:pt idx="57">
                    <c:v>1.9</c:v>
                  </c:pt>
                  <c:pt idx="58">
                    <c:v>1.93</c:v>
                  </c:pt>
                  <c:pt idx="59">
                    <c:v>1.96</c:v>
                  </c:pt>
                  <c:pt idx="60">
                    <c:v>2</c:v>
                  </c:pt>
                  <c:pt idx="61">
                    <c:v>2.03</c:v>
                  </c:pt>
                  <c:pt idx="62">
                    <c:v>2.06</c:v>
                  </c:pt>
                  <c:pt idx="63">
                    <c:v>2.1</c:v>
                  </c:pt>
                  <c:pt idx="64">
                    <c:v>2.13</c:v>
                  </c:pt>
                  <c:pt idx="65">
                    <c:v>2.16</c:v>
                  </c:pt>
                  <c:pt idx="66">
                    <c:v>2.2</c:v>
                  </c:pt>
                  <c:pt idx="67">
                    <c:v>2.23</c:v>
                  </c:pt>
                  <c:pt idx="68">
                    <c:v>2.26</c:v>
                  </c:pt>
                  <c:pt idx="69">
                    <c:v>2.3</c:v>
                  </c:pt>
                  <c:pt idx="70">
                    <c:v>2.33</c:v>
                  </c:pt>
                  <c:pt idx="71">
                    <c:v>2.36</c:v>
                  </c:pt>
                  <c:pt idx="72">
                    <c:v>2.4</c:v>
                  </c:pt>
                  <c:pt idx="73">
                    <c:v>2.43</c:v>
                  </c:pt>
                  <c:pt idx="74">
                    <c:v>2.46</c:v>
                  </c:pt>
                  <c:pt idx="75">
                    <c:v>2.5</c:v>
                  </c:pt>
                  <c:pt idx="76">
                    <c:v>2.53</c:v>
                  </c:pt>
                  <c:pt idx="77">
                    <c:v>2.56</c:v>
                  </c:pt>
                  <c:pt idx="78">
                    <c:v>2.6</c:v>
                  </c:pt>
                  <c:pt idx="79">
                    <c:v>2.63</c:v>
                  </c:pt>
                  <c:pt idx="80">
                    <c:v>2.66</c:v>
                  </c:pt>
                  <c:pt idx="81">
                    <c:v>2.7</c:v>
                  </c:pt>
                  <c:pt idx="82">
                    <c:v>2.73</c:v>
                  </c:pt>
                  <c:pt idx="83">
                    <c:v>2.76</c:v>
                  </c:pt>
                  <c:pt idx="84">
                    <c:v>2.8</c:v>
                  </c:pt>
                  <c:pt idx="85">
                    <c:v>2.83</c:v>
                  </c:pt>
                  <c:pt idx="86">
                    <c:v>2.86</c:v>
                  </c:pt>
                  <c:pt idx="87">
                    <c:v>2.9</c:v>
                  </c:pt>
                  <c:pt idx="88">
                    <c:v>2.93</c:v>
                  </c:pt>
                  <c:pt idx="89">
                    <c:v>2.96</c:v>
                  </c:pt>
                </c:lvl>
              </c:multiLvlStrCache>
            </c:multiLvlStrRef>
          </c:cat>
          <c:val>
            <c:numRef>
              <c:f>Sheet1!$B$2:$B$91</c:f>
              <c:numCache>
                <c:formatCode>General</c:formatCode>
                <c:ptCount val="90"/>
                <c:pt idx="0">
                  <c:v>-0.05072206893107447</c:v>
                </c:pt>
                <c:pt idx="1">
                  <c:v>-0.11602296223438159</c:v>
                </c:pt>
                <c:pt idx="2">
                  <c:v>0.08244615393822452</c:v>
                </c:pt>
                <c:pt idx="3">
                  <c:v>0.10293381402003045</c:v>
                </c:pt>
                <c:pt idx="4">
                  <c:v>-0.1315509753955614</c:v>
                </c:pt>
                <c:pt idx="5">
                  <c:v>0.14995129661836373</c:v>
                </c:pt>
                <c:pt idx="6">
                  <c:v>0.12374521854721865</c:v>
                </c:pt>
                <c:pt idx="7">
                  <c:v>-0.05879654794784752</c:v>
                </c:pt>
                <c:pt idx="8">
                  <c:v>-0.042441737719978896</c:v>
                </c:pt>
                <c:pt idx="9">
                  <c:v>-0.06476142276255763</c:v>
                </c:pt>
                <c:pt idx="10">
                  <c:v>0.03448686200633788</c:v>
                </c:pt>
                <c:pt idx="11">
                  <c:v>-0.024415406726983103</c:v>
                </c:pt>
                <c:pt idx="12">
                  <c:v>-0.07439365217965377</c:v>
                </c:pt>
                <c:pt idx="13">
                  <c:v>-0.023247410795161703</c:v>
                </c:pt>
                <c:pt idx="14">
                  <c:v>0.08834874291749424</c:v>
                </c:pt>
                <c:pt idx="15">
                  <c:v>0.1422740710175114</c:v>
                </c:pt>
                <c:pt idx="16">
                  <c:v>0.012915505986178499</c:v>
                </c:pt>
                <c:pt idx="17">
                  <c:v>-0.14366653686722047</c:v>
                </c:pt>
                <c:pt idx="18">
                  <c:v>0.09377522595271882</c:v>
                </c:pt>
                <c:pt idx="19">
                  <c:v>-0.004729854513727649</c:v>
                </c:pt>
                <c:pt idx="20">
                  <c:v>-0.06827194937868375</c:v>
                </c:pt>
                <c:pt idx="21">
                  <c:v>-0.04215154466689035</c:v>
                </c:pt>
                <c:pt idx="22">
                  <c:v>-0.06451133546141227</c:v>
                </c:pt>
                <c:pt idx="23">
                  <c:v>-0.04897687694739574</c:v>
                </c:pt>
                <c:pt idx="24">
                  <c:v>-0.13894021179751773</c:v>
                </c:pt>
                <c:pt idx="25">
                  <c:v>0.06922827572697247</c:v>
                </c:pt>
                <c:pt idx="26">
                  <c:v>-0.04322476701449498</c:v>
                </c:pt>
                <c:pt idx="27">
                  <c:v>-0.11565806904100255</c:v>
                </c:pt>
                <c:pt idx="28">
                  <c:v>0.08328843730377286</c:v>
                </c:pt>
                <c:pt idx="29">
                  <c:v>-0.12350840091968862</c:v>
                </c:pt>
                <c:pt idx="30">
                  <c:v>-0.05265739523826622</c:v>
                </c:pt>
                <c:pt idx="31">
                  <c:v>-0.05460734075039459</c:v>
                </c:pt>
                <c:pt idx="32">
                  <c:v>-0.025669619753307105</c:v>
                </c:pt>
                <c:pt idx="33">
                  <c:v>-0.007151117556640307</c:v>
                </c:pt>
                <c:pt idx="34">
                  <c:v>0.12845510221711637</c:v>
                </c:pt>
                <c:pt idx="35">
                  <c:v>-0.11220518217130278</c:v>
                </c:pt>
                <c:pt idx="36">
                  <c:v>-0.09840481882874372</c:v>
                </c:pt>
                <c:pt idx="37">
                  <c:v>0.10069694975480867</c:v>
                </c:pt>
                <c:pt idx="38">
                  <c:v>0.11000662355814943</c:v>
                </c:pt>
                <c:pt idx="39">
                  <c:v>0.09714073615675911</c:v>
                </c:pt>
                <c:pt idx="40">
                  <c:v>0.06416386579831891</c:v>
                </c:pt>
                <c:pt idx="41">
                  <c:v>-0.02928907827263394</c:v>
                </c:pt>
                <c:pt idx="42">
                  <c:v>-0.1064902797971988</c:v>
                </c:pt>
                <c:pt idx="43">
                  <c:v>0.08314531512848611</c:v>
                </c:pt>
                <c:pt idx="44">
                  <c:v>-0.066961575337344</c:v>
                </c:pt>
                <c:pt idx="45">
                  <c:v>0.0006439090668328262</c:v>
                </c:pt>
                <c:pt idx="46">
                  <c:v>-0.07613858077554804</c:v>
                </c:pt>
                <c:pt idx="47">
                  <c:v>-0.08340255515074832</c:v>
                </c:pt>
                <c:pt idx="48">
                  <c:v>-0.05657292784906602</c:v>
                </c:pt>
                <c:pt idx="49">
                  <c:v>-0.11327128146369267</c:v>
                </c:pt>
                <c:pt idx="50">
                  <c:v>0.10139517277608097</c:v>
                </c:pt>
                <c:pt idx="51">
                  <c:v>-0.05955803920698621</c:v>
                </c:pt>
                <c:pt idx="52">
                  <c:v>-0.1355886843190655</c:v>
                </c:pt>
                <c:pt idx="53">
                  <c:v>0.1446152946949863</c:v>
                </c:pt>
                <c:pt idx="54">
                  <c:v>0.002455668132939537</c:v>
                </c:pt>
                <c:pt idx="55">
                  <c:v>0.010221896568871092</c:v>
                </c:pt>
                <c:pt idx="56">
                  <c:v>0.06897234997866326</c:v>
                </c:pt>
                <c:pt idx="57">
                  <c:v>-0.05959938178650637</c:v>
                </c:pt>
                <c:pt idx="58">
                  <c:v>0.05030706036922818</c:v>
                </c:pt>
                <c:pt idx="59">
                  <c:v>-0.06576881555463789</c:v>
                </c:pt>
                <c:pt idx="60">
                  <c:v>0.04999903249363173</c:v>
                </c:pt>
                <c:pt idx="61">
                  <c:v>0.016552319098353863</c:v>
                </c:pt>
                <c:pt idx="62">
                  <c:v>0.025895286725464883</c:v>
                </c:pt>
                <c:pt idx="63">
                  <c:v>0.032113999600037954</c:v>
                </c:pt>
                <c:pt idx="64">
                  <c:v>-0.04321019635004792</c:v>
                </c:pt>
                <c:pt idx="65">
                  <c:v>0.11319519739786693</c:v>
                </c:pt>
                <c:pt idx="66">
                  <c:v>0.0875804343787406</c:v>
                </c:pt>
                <c:pt idx="67">
                  <c:v>0.04104868897819336</c:v>
                </c:pt>
                <c:pt idx="68">
                  <c:v>-0.03070821588307575</c:v>
                </c:pt>
                <c:pt idx="69">
                  <c:v>0.018540833674329793</c:v>
                </c:pt>
                <c:pt idx="70">
                  <c:v>0.020321541369105443</c:v>
                </c:pt>
                <c:pt idx="71">
                  <c:v>0.11835379523460773</c:v>
                </c:pt>
                <c:pt idx="72">
                  <c:v>0.11052985209545067</c:v>
                </c:pt>
                <c:pt idx="73">
                  <c:v>-0.05713972594954877</c:v>
                </c:pt>
                <c:pt idx="74">
                  <c:v>0.11171290775117519</c:v>
                </c:pt>
                <c:pt idx="75">
                  <c:v>0.032180287005758944</c:v>
                </c:pt>
                <c:pt idx="76">
                  <c:v>-0.10452627945842365</c:v>
                </c:pt>
                <c:pt idx="77">
                  <c:v>-0.05530557891428917</c:v>
                </c:pt>
                <c:pt idx="78">
                  <c:v>-0.1432073431392576</c:v>
                </c:pt>
                <c:pt idx="79">
                  <c:v>0.08130782475588473</c:v>
                </c:pt>
                <c:pt idx="80">
                  <c:v>-0.07747353353234485</c:v>
                </c:pt>
                <c:pt idx="81">
                  <c:v>-0.1400613805781942</c:v>
                </c:pt>
                <c:pt idx="82">
                  <c:v>0.022018813619820877</c:v>
                </c:pt>
                <c:pt idx="83">
                  <c:v>-0.08428821675859717</c:v>
                </c:pt>
                <c:pt idx="84">
                  <c:v>0.14424917648667257</c:v>
                </c:pt>
                <c:pt idx="85">
                  <c:v>-0.0048342088905972466</c:v>
                </c:pt>
                <c:pt idx="86">
                  <c:v>-0.1395972657727582</c:v>
                </c:pt>
                <c:pt idx="87">
                  <c:v>0.14393779774089432</c:v>
                </c:pt>
                <c:pt idx="88">
                  <c:v>0.08659648539069446</c:v>
                </c:pt>
                <c:pt idx="89">
                  <c:v>0.0035156496168688763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Gyro integral</c:v>
                </c:pt>
              </c:strCache>
            </c:strRef>
          </c:tx>
          <c:spPr>
            <a:solidFill>
              <a:srgbClr val="29B6F6"/>
            </a:solidFill>
            <a:ln w="19050" cap="flat">
              <a:solidFill>
                <a:srgbClr val="29B6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9B6F6"/>
              </a:solidFill>
              <a:ln w="9525" cap="flat">
                <a:solidFill>
                  <a:srgbClr val="29B6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0</c:v>
                  </c:pt>
                  <c:pt idx="1">
                    <c:v>0.03</c:v>
                  </c:pt>
                  <c:pt idx="2">
                    <c:v>0.07</c:v>
                  </c:pt>
                  <c:pt idx="3">
                    <c:v>0.1</c:v>
                  </c:pt>
                  <c:pt idx="4">
                    <c:v>0.13</c:v>
                  </c:pt>
                  <c:pt idx="5">
                    <c:v>0.17</c:v>
                  </c:pt>
                  <c:pt idx="6">
                    <c:v>0.2</c:v>
                  </c:pt>
                  <c:pt idx="7">
                    <c:v>0.23</c:v>
                  </c:pt>
                  <c:pt idx="8">
                    <c:v>0.27</c:v>
                  </c:pt>
                  <c:pt idx="9">
                    <c:v>0.3</c:v>
                  </c:pt>
                  <c:pt idx="10">
                    <c:v>0.33</c:v>
                  </c:pt>
                  <c:pt idx="11">
                    <c:v>0.37</c:v>
                  </c:pt>
                  <c:pt idx="12">
                    <c:v>0.4</c:v>
                  </c:pt>
                  <c:pt idx="13">
                    <c:v>0.43</c:v>
                  </c:pt>
                  <c:pt idx="14">
                    <c:v>0.47</c:v>
                  </c:pt>
                  <c:pt idx="15">
                    <c:v>0.5</c:v>
                  </c:pt>
                  <c:pt idx="16">
                    <c:v>0.53</c:v>
                  </c:pt>
                  <c:pt idx="17">
                    <c:v>0.57</c:v>
                  </c:pt>
                  <c:pt idx="18">
                    <c:v>0.6</c:v>
                  </c:pt>
                  <c:pt idx="19">
                    <c:v>0.63</c:v>
                  </c:pt>
                  <c:pt idx="20">
                    <c:v>0.67</c:v>
                  </c:pt>
                  <c:pt idx="21">
                    <c:v>0.7</c:v>
                  </c:pt>
                  <c:pt idx="22">
                    <c:v>0.73</c:v>
                  </c:pt>
                  <c:pt idx="23">
                    <c:v>0.77</c:v>
                  </c:pt>
                  <c:pt idx="24">
                    <c:v>0.8</c:v>
                  </c:pt>
                  <c:pt idx="25">
                    <c:v>0.83</c:v>
                  </c:pt>
                  <c:pt idx="26">
                    <c:v>0.87</c:v>
                  </c:pt>
                  <c:pt idx="27">
                    <c:v>0.9</c:v>
                  </c:pt>
                  <c:pt idx="28">
                    <c:v>0.93</c:v>
                  </c:pt>
                  <c:pt idx="29">
                    <c:v>0.97</c:v>
                  </c:pt>
                  <c:pt idx="30">
                    <c:v>1</c:v>
                  </c:pt>
                  <c:pt idx="31">
                    <c:v>1.03</c:v>
                  </c:pt>
                  <c:pt idx="32">
                    <c:v>1.07</c:v>
                  </c:pt>
                  <c:pt idx="33">
                    <c:v>1.1</c:v>
                  </c:pt>
                  <c:pt idx="34">
                    <c:v>1.13</c:v>
                  </c:pt>
                  <c:pt idx="35">
                    <c:v>1.17</c:v>
                  </c:pt>
                  <c:pt idx="36">
                    <c:v>1.2</c:v>
                  </c:pt>
                  <c:pt idx="37">
                    <c:v>1.23</c:v>
                  </c:pt>
                  <c:pt idx="38">
                    <c:v>1.27</c:v>
                  </c:pt>
                  <c:pt idx="39">
                    <c:v>1.3</c:v>
                  </c:pt>
                  <c:pt idx="40">
                    <c:v>1.33</c:v>
                  </c:pt>
                  <c:pt idx="41">
                    <c:v>1.37</c:v>
                  </c:pt>
                  <c:pt idx="42">
                    <c:v>1.4</c:v>
                  </c:pt>
                  <c:pt idx="43">
                    <c:v>1.43</c:v>
                  </c:pt>
                  <c:pt idx="44">
                    <c:v>1.47</c:v>
                  </c:pt>
                  <c:pt idx="45">
                    <c:v>1.5</c:v>
                  </c:pt>
                  <c:pt idx="46">
                    <c:v>1.53</c:v>
                  </c:pt>
                  <c:pt idx="47">
                    <c:v>1.57</c:v>
                  </c:pt>
                  <c:pt idx="48">
                    <c:v>1.6</c:v>
                  </c:pt>
                  <c:pt idx="49">
                    <c:v>1.63</c:v>
                  </c:pt>
                  <c:pt idx="50">
                    <c:v>1.67</c:v>
                  </c:pt>
                  <c:pt idx="51">
                    <c:v>1.7</c:v>
                  </c:pt>
                  <c:pt idx="52">
                    <c:v>1.73</c:v>
                  </c:pt>
                  <c:pt idx="53">
                    <c:v>1.76</c:v>
                  </c:pt>
                  <c:pt idx="54">
                    <c:v>1.8</c:v>
                  </c:pt>
                  <c:pt idx="55">
                    <c:v>1.83</c:v>
                  </c:pt>
                  <c:pt idx="56">
                    <c:v>1.86</c:v>
                  </c:pt>
                  <c:pt idx="57">
                    <c:v>1.9</c:v>
                  </c:pt>
                  <c:pt idx="58">
                    <c:v>1.93</c:v>
                  </c:pt>
                  <c:pt idx="59">
                    <c:v>1.96</c:v>
                  </c:pt>
                  <c:pt idx="60">
                    <c:v>2</c:v>
                  </c:pt>
                  <c:pt idx="61">
                    <c:v>2.03</c:v>
                  </c:pt>
                  <c:pt idx="62">
                    <c:v>2.06</c:v>
                  </c:pt>
                  <c:pt idx="63">
                    <c:v>2.1</c:v>
                  </c:pt>
                  <c:pt idx="64">
                    <c:v>2.13</c:v>
                  </c:pt>
                  <c:pt idx="65">
                    <c:v>2.16</c:v>
                  </c:pt>
                  <c:pt idx="66">
                    <c:v>2.2</c:v>
                  </c:pt>
                  <c:pt idx="67">
                    <c:v>2.23</c:v>
                  </c:pt>
                  <c:pt idx="68">
                    <c:v>2.26</c:v>
                  </c:pt>
                  <c:pt idx="69">
                    <c:v>2.3</c:v>
                  </c:pt>
                  <c:pt idx="70">
                    <c:v>2.33</c:v>
                  </c:pt>
                  <c:pt idx="71">
                    <c:v>2.36</c:v>
                  </c:pt>
                  <c:pt idx="72">
                    <c:v>2.4</c:v>
                  </c:pt>
                  <c:pt idx="73">
                    <c:v>2.43</c:v>
                  </c:pt>
                  <c:pt idx="74">
                    <c:v>2.46</c:v>
                  </c:pt>
                  <c:pt idx="75">
                    <c:v>2.5</c:v>
                  </c:pt>
                  <c:pt idx="76">
                    <c:v>2.53</c:v>
                  </c:pt>
                  <c:pt idx="77">
                    <c:v>2.56</c:v>
                  </c:pt>
                  <c:pt idx="78">
                    <c:v>2.6</c:v>
                  </c:pt>
                  <c:pt idx="79">
                    <c:v>2.63</c:v>
                  </c:pt>
                  <c:pt idx="80">
                    <c:v>2.66</c:v>
                  </c:pt>
                  <c:pt idx="81">
                    <c:v>2.7</c:v>
                  </c:pt>
                  <c:pt idx="82">
                    <c:v>2.73</c:v>
                  </c:pt>
                  <c:pt idx="83">
                    <c:v>2.76</c:v>
                  </c:pt>
                  <c:pt idx="84">
                    <c:v>2.8</c:v>
                  </c:pt>
                  <c:pt idx="85">
                    <c:v>2.83</c:v>
                  </c:pt>
                  <c:pt idx="86">
                    <c:v>2.86</c:v>
                  </c:pt>
                  <c:pt idx="87">
                    <c:v>2.9</c:v>
                  </c:pt>
                  <c:pt idx="88">
                    <c:v>2.93</c:v>
                  </c:pt>
                  <c:pt idx="89">
                    <c:v>2.96</c:v>
                  </c:pt>
                </c:lvl>
              </c:multiLvlStrCache>
            </c:multiLvlStrRef>
          </c:cat>
          <c:val>
            <c:numRef>
              <c:f>Sheet1!$C$2:$C$91</c:f>
              <c:numCache>
                <c:formatCode>General</c:formatCode>
                <c:ptCount val="90"/>
                <c:pt idx="0">
                  <c:v>0.010930532148968454</c:v>
                </c:pt>
                <c:pt idx="1">
                  <c:v>-0.009057143043487934</c:v>
                </c:pt>
                <c:pt idx="2">
                  <c:v>0.0026221134585341054</c:v>
                </c:pt>
                <c:pt idx="3">
                  <c:v>0.051533050064149995</c:v>
                </c:pt>
                <c:pt idx="4">
                  <c:v>0.021430042521570807</c:v>
                </c:pt>
                <c:pt idx="5">
                  <c:v>0.0786186303194953</c:v>
                </c:pt>
                <c:pt idx="6">
                  <c:v>0.062554217091989</c:v>
                </c:pt>
                <c:pt idx="7">
                  <c:v>0.08272289749372115</c:v>
                </c:pt>
                <c:pt idx="8">
                  <c:v>0.08272673507816133</c:v>
                </c:pt>
                <c:pt idx="9">
                  <c:v>0.11941113425963834</c:v>
                </c:pt>
                <c:pt idx="10">
                  <c:v>0.10573644502962691</c:v>
                </c:pt>
                <c:pt idx="11">
                  <c:v>0.11039720687137332</c:v>
                </c:pt>
                <c:pt idx="12">
                  <c:v>0.14592013981503021</c:v>
                </c:pt>
                <c:pt idx="13">
                  <c:v>0.12637589100887323</c:v>
                </c:pt>
                <c:pt idx="14">
                  <c:v>0.16795890466745528</c:v>
                </c:pt>
                <c:pt idx="15">
                  <c:v>0.1745426455498075</c:v>
                </c:pt>
                <c:pt idx="16">
                  <c:v>0.16002103117211566</c:v>
                </c:pt>
                <c:pt idx="17">
                  <c:v>0.17197477804157682</c:v>
                </c:pt>
                <c:pt idx="18">
                  <c:v>0.20305668835852744</c:v>
                </c:pt>
                <c:pt idx="19">
                  <c:v>0.22238536810291</c:v>
                </c:pt>
                <c:pt idx="20">
                  <c:v>0.2210616990801089</c:v>
                </c:pt>
                <c:pt idx="21">
                  <c:v>0.2134404512531648</c:v>
                </c:pt>
                <c:pt idx="22">
                  <c:v>0.22093204018078844</c:v>
                </c:pt>
                <c:pt idx="23">
                  <c:v>0.23562013492597675</c:v>
                </c:pt>
                <c:pt idx="24">
                  <c:v>0.25907599096792433</c:v>
                </c:pt>
                <c:pt idx="25">
                  <c:v>0.273828642624062</c:v>
                </c:pt>
                <c:pt idx="26">
                  <c:v>0.3115655543046099</c:v>
                </c:pt>
                <c:pt idx="27">
                  <c:v>0.3020949758143655</c:v>
                </c:pt>
                <c:pt idx="28">
                  <c:v>0.29287325308906137</c:v>
                </c:pt>
                <c:pt idx="29">
                  <c:v>0.29707673235437987</c:v>
                </c:pt>
                <c:pt idx="30">
                  <c:v>0.34774766987492073</c:v>
                </c:pt>
                <c:pt idx="31">
                  <c:v>0.32680735651685666</c:v>
                </c:pt>
                <c:pt idx="32">
                  <c:v>0.3472227110046363</c:v>
                </c:pt>
                <c:pt idx="33">
                  <c:v>0.3723062934169608</c:v>
                </c:pt>
                <c:pt idx="34">
                  <c:v>0.35052051083044045</c:v>
                </c:pt>
                <c:pt idx="35">
                  <c:v>0.36755791599234966</c:v>
                </c:pt>
                <c:pt idx="36">
                  <c:v>0.39701821816759153</c:v>
                </c:pt>
                <c:pt idx="37">
                  <c:v>0.38559201645206753</c:v>
                </c:pt>
                <c:pt idx="38">
                  <c:v>0.4262651531758785</c:v>
                </c:pt>
                <c:pt idx="39">
                  <c:v>0.4112834050720041</c:v>
                </c:pt>
                <c:pt idx="40">
                  <c:v>0.4356366870187073</c:v>
                </c:pt>
                <c:pt idx="41">
                  <c:v>0.443604461283391</c:v>
                </c:pt>
                <c:pt idx="42">
                  <c:v>0.4514247916076718</c:v>
                </c:pt>
                <c:pt idx="43">
                  <c:v>0.48174597017988136</c:v>
                </c:pt>
                <c:pt idx="44">
                  <c:v>0.468447504238084</c:v>
                </c:pt>
                <c:pt idx="45">
                  <c:v>0.519893602161383</c:v>
                </c:pt>
                <c:pt idx="46">
                  <c:v>0.5144110142017445</c:v>
                </c:pt>
                <c:pt idx="47">
                  <c:v>0.49553091144846706</c:v>
                </c:pt>
                <c:pt idx="48">
                  <c:v>0.5298202913359127</c:v>
                </c:pt>
                <c:pt idx="49">
                  <c:v>0.5414504465702831</c:v>
                </c:pt>
                <c:pt idx="50">
                  <c:v>0.5444881298953557</c:v>
                </c:pt>
                <c:pt idx="51">
                  <c:v>0.582617055745956</c:v>
                </c:pt>
                <c:pt idx="52">
                  <c:v>0.5812900612734346</c:v>
                </c:pt>
                <c:pt idx="53">
                  <c:v>0.5738833639352875</c:v>
                </c:pt>
                <c:pt idx="54">
                  <c:v>0.6030632932205411</c:v>
                </c:pt>
                <c:pt idx="55">
                  <c:v>0.6146955233591254</c:v>
                </c:pt>
                <c:pt idx="56">
                  <c:v>0.6029085285954205</c:v>
                </c:pt>
                <c:pt idx="57">
                  <c:v>0.6082512986238688</c:v>
                </c:pt>
                <c:pt idx="58">
                  <c:v>0.6376448906993449</c:v>
                </c:pt>
                <c:pt idx="59">
                  <c:v>0.6399288838154013</c:v>
                </c:pt>
                <c:pt idx="60">
                  <c:v>0.6722784458533948</c:v>
                </c:pt>
                <c:pt idx="61">
                  <c:v>0.6613107603495614</c:v>
                </c:pt>
                <c:pt idx="62">
                  <c:v>0.6924393745288314</c:v>
                </c:pt>
                <c:pt idx="63">
                  <c:v>0.6697152941897878</c:v>
                </c:pt>
                <c:pt idx="64">
                  <c:v>0.6992641741572232</c:v>
                </c:pt>
                <c:pt idx="65">
                  <c:v>0.7199383044391345</c:v>
                </c:pt>
                <c:pt idx="66">
                  <c:v>0.7272747783076203</c:v>
                </c:pt>
                <c:pt idx="67">
                  <c:v>0.7549240905487264</c:v>
                </c:pt>
                <c:pt idx="68">
                  <c:v>0.7519630545285522</c:v>
                </c:pt>
                <c:pt idx="69">
                  <c:v>0.7636257192565872</c:v>
                </c:pt>
                <c:pt idx="70">
                  <c:v>0.7600852023330812</c:v>
                </c:pt>
                <c:pt idx="71">
                  <c:v>0.7623057493064156</c:v>
                </c:pt>
                <c:pt idx="72">
                  <c:v>0.80651774060319</c:v>
                </c:pt>
                <c:pt idx="73">
                  <c:v>0.7868092592343503</c:v>
                </c:pt>
                <c:pt idx="74">
                  <c:v>0.7934771431441117</c:v>
                </c:pt>
                <c:pt idx="75">
                  <c:v>0.8023086236157063</c:v>
                </c:pt>
                <c:pt idx="76">
                  <c:v>0.8253594624146947</c:v>
                </c:pt>
                <c:pt idx="77">
                  <c:v>0.8582149700484686</c:v>
                </c:pt>
                <c:pt idx="78">
                  <c:v>0.8677664310023022</c:v>
                </c:pt>
                <c:pt idx="79">
                  <c:v>0.8750728218834323</c:v>
                </c:pt>
                <c:pt idx="80">
                  <c:v>0.8536881692356848</c:v>
                </c:pt>
                <c:pt idx="81">
                  <c:v>0.9053974567184115</c:v>
                </c:pt>
                <c:pt idx="82">
                  <c:v>0.9070543483921849</c:v>
                </c:pt>
                <c:pt idx="83">
                  <c:v>0.9001645174741661</c:v>
                </c:pt>
                <c:pt idx="84">
                  <c:v>0.9262893748640559</c:v>
                </c:pt>
                <c:pt idx="85">
                  <c:v>0.9326623616029662</c:v>
                </c:pt>
                <c:pt idx="86">
                  <c:v>0.9626758079593671</c:v>
                </c:pt>
                <c:pt idx="87">
                  <c:v>0.9598100078792952</c:v>
                </c:pt>
                <c:pt idx="88">
                  <c:v>0.9446129434780461</c:v>
                </c:pt>
                <c:pt idx="89">
                  <c:v>0.9910163353805848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8A8A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8A8A8A"/>
                    </a:solidFill>
                    <a:latin typeface="Arial"/>
                  </a:rPr>
                  <a:t>Time (min)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l"/>
        <c:majorGridlines>
          <c:spPr>
            <a:ln w="6350" cap="flat">
              <a:solidFill>
                <a:srgbClr val="24242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41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4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73152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7315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347472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0" y="502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  CLASSIFIED // PROJECT BRIEF  ⟵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97680" y="868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GLOVE-CONTROLLED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297680" y="1463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4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ROBOT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4297680" y="2606040"/>
            <a:ext cx="1280160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2606040"/>
            <a:ext cx="54864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27249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Gesture-Driven 4WD Platform · IMU Sensor Fusion · ESP-NOW Wireless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3154680"/>
            <a:ext cx="4663440" cy="1481328"/>
          </a:xfrm>
          <a:prstGeom prst="rect">
            <a:avLst/>
          </a:prstGeom>
          <a:solidFill>
            <a:srgbClr val="1C1C1C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3154680"/>
            <a:ext cx="73152" cy="1481328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98848" y="32186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CREW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26280" y="3456432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ZHANYMKHANOV ALIKHAN</a:t>
            </a:r>
            <a:endParaRPr lang="en-US" sz="11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a_zhanymkhanov@kbtu.kz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YESPAN DIAS</a:t>
            </a:r>
            <a:endParaRPr lang="en-US" sz="11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d_yespan@kbtu.kz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SAYAN ALISHER</a:t>
            </a:r>
            <a:endParaRPr lang="en-US" sz="1100" dirty="0"/>
          </a:p>
          <a:p>
            <a:pPr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a_sayan@kbtu.kz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IT &amp; ENGINEERING  ·  KAZAKH-BRITISH TECHNICAL UNIVERSITY  ·  ALMATY, KAZAKHSTAN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// INTRODUCTION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MISSION BRIEFING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GESTURE CONTROL  ·  WHY SENSOR FUSION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17320"/>
            <a:ext cx="4160520" cy="33375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417320"/>
            <a:ext cx="64008" cy="3337560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94360" y="20574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wearable, gesture-driven control interface for a 4WD robotic car — replacing joysticks and buttons with intuitive hand motion.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tilt (pitch / roll) maps directly to FORWARD, BACKWARD, LEFT, RIGHT, STOP commands streamed wirelessly to the robot.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17720" y="1417320"/>
            <a:ext cx="4160520" cy="33375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17720" y="1417320"/>
            <a:ext cx="64008" cy="333756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0020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5780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4846320" y="20574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IMU sensor on its own is unreliable: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 — noisy under motor vibration (±4° jitter).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— drifts over time (~1° per 3 min at rest).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Kalman-filter sensor fusion + ESP-NOW low-latency wireless.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// PRIOR ART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PRIOR ART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BASE  vs.  OUR LOADOUT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against the reference YouTube build (Arduino-based gesture car):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1691640"/>
            <a:ext cx="4160520" cy="31089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1691640"/>
            <a:ext cx="4160520" cy="4114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REFERENCE BASE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" y="2240280"/>
            <a:ext cx="3886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— Arduino board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— generic RF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— accelerometer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— none / minimal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— kit reference build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17720" y="1691640"/>
            <a:ext cx="4160520" cy="3108960"/>
          </a:xfrm>
          <a:prstGeom prst="rect">
            <a:avLst/>
          </a:prstGeom>
          <a:solidFill>
            <a:srgbClr val="1C1C1C"/>
          </a:solidFill>
          <a:ln w="15875">
            <a:solidFill>
              <a:srgbClr val="D7263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7720" y="1691640"/>
            <a:ext cx="4160520" cy="411480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OUR LOADOUT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54880" y="2240280"/>
            <a:ext cx="3886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— ESP32 (dual-core, Wi-Fi built-in)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— ESP-NOW, ~90 m range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— MPU6500 (6-axis: accel + gyro)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— Kalman-filter sensor fusion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— independent build + custom code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// SYSTEM ARCHITECTURE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ESP32 NODES · WIRELESS COMMAND LINK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17320"/>
            <a:ext cx="3246120" cy="3246120"/>
          </a:xfrm>
          <a:prstGeom prst="rect">
            <a:avLst/>
          </a:prstGeom>
          <a:solidFill>
            <a:srgbClr val="1C1C1C"/>
          </a:solidFill>
          <a:ln w="15875">
            <a:solidFill>
              <a:srgbClr val="29B6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417320"/>
            <a:ext cx="3246120" cy="41148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TX // GLOVE UNIT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1965960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MPU6500 IMU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6-axis: accel + gyro, I2C @ GPIO 21/22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(transmitter)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Read IMU · Kalman fusion · pack &amp; send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battery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Glove-side power supply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194560"/>
            <a:ext cx="1280160" cy="1280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0332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29B6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ESP-NOW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70332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2.4 GHz · peer-to-peer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 m · &lt; 10 ms latency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00200"/>
            <a:ext cx="822960" cy="3657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532120" y="1417320"/>
            <a:ext cx="3246120" cy="3246120"/>
          </a:xfrm>
          <a:prstGeom prst="rect">
            <a:avLst/>
          </a:prstGeom>
          <a:solidFill>
            <a:srgbClr val="1C1C1C"/>
          </a:solidFill>
          <a:ln w="15875">
            <a:solidFill>
              <a:srgbClr val="D7263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532120" y="1417320"/>
            <a:ext cx="3246120" cy="411480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66928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RX // ROBOT UNIT</a:t>
            </a:r>
            <a:endParaRPr lang="en-US" sz="1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965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26480" y="1965960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(receiver)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ESP-NOW callback · decode command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L298N motor driver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Dual H-bridge · IN1–IN4 + ENA/ENB PWM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DC motors / 4WD chassis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Differential drive · powered by 2× 18650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// HARDWARE LOADOUT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HARDWARE LOADOUT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FIELD-DEPLOYED COMPONENT MANIFEST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783080"/>
                <a:gridCol w="39319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#</a:t>
                      </a:r>
                      <a:endParaRPr lang="en-US" sz="12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COMPONENT</a:t>
                      </a:r>
                      <a:endParaRPr lang="en-US" sz="12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SPECIFICATION</a:t>
                      </a:r>
                      <a:endParaRPr lang="en-US" sz="12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ROLE</a:t>
                      </a:r>
                      <a:endParaRPr lang="en-US" sz="12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×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Dual-core 240 MHz · Wi-Fi 2.4 GHz · 520 KB SRAM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 (glove) + RX (robot)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MPU6500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6-axis IMU · I2C · 16-bit ADC · ±2–16 g / ±250–2000 °/s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Hand-tilt angle sensing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L298N driver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H-bridge · 2 A / ch · 5–35 V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 4 DC motors in pairs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motors ×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4WD TT motors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Differential drive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4WD chassis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Plastic frame · motor mounts · wheel axles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Mechanical 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18650 Li-ion ×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 V nominal · ~2000–3000 mAh · ~7.4 V pack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Boosted to ~14 V for motors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General-purpose PCB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strip / dot 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Soldered robot-side wiring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2628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4507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 and robot are powered independently. Robot bus boosted to ~14 V via L298N input; ESP32s run from regulated 3.3 V / 5 V outputs.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// SOFTWARE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SOFTWARE ARCHITECTURE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FIRMWARES · ONE COMMAND LINK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17320"/>
            <a:ext cx="4160520" cy="178308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417320"/>
            <a:ext cx="64008" cy="178308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1527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GLOVE FIRMWARE  ·  TX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1920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MPU6500 over I2C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accel + gyro at fixed interval Tₛ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signals with Kalman filter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pitch / roll vs ±30° threshold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command · transmit via ESP-NOW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17720" y="1417320"/>
            <a:ext cx="4160520" cy="178308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17720" y="1417320"/>
            <a:ext cx="64008" cy="1783080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544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1527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ROBOT FIRMWARE  ·  RX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846320" y="1920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ESP-NOW receive callback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incoming command packet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command → L298N control pins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IN1–IN4 logic levels for direction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PWM on ENA / ENB for speed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0F1417"/>
          </a:solidFill>
          <a:ln w="9525">
            <a:solidFill>
              <a:srgbClr val="29B6F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2900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2960" y="3410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9B6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PSEUDOCODE  ·  ROBOT (RX)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0" y="3410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github.com/Absnonsense/Hand_gyro_controller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02920" y="37033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receive(roll, pitch):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roll  &gt;  25 AND pitch ≈ 0  →  MOVE FORWARD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roll &lt; -25 AND pitch ≈ 0  →  MOVE BACKWARD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pitch &lt; -20 AND roll  ≈ 0  →  TURN LEFT  (reduced PWM)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pitch &gt;  20 AND roll  ≈ 0  →  TURN RIGHT (reduced PWM)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                           →  STOP ALL MOTORS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// SENSOR FUSION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SENSOR FUSION ENGINE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 · ACCEL + GYRO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17320"/>
            <a:ext cx="3931920" cy="1508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417320"/>
            <a:ext cx="64008" cy="1508760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1527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ACCELEROMETER  ·  NOISY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94360" y="19202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Trigonometry-based angle is sensitive to vibration. Motor-induced jitter reaches ±4° — unusable for stable control.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017520"/>
            <a:ext cx="3931920" cy="1508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017520"/>
            <a:ext cx="64008" cy="150876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31272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GYROSCOPE  ·  DRIFTS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94360" y="3520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rotation rate accumulates bias. Stationary signal drifts ~1° over 3 min — unusable long-term.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26280" y="1417320"/>
            <a:ext cx="4251960" cy="3108960"/>
          </a:xfrm>
          <a:prstGeom prst="rect">
            <a:avLst/>
          </a:prstGeom>
          <a:solidFill>
            <a:srgbClr val="1C1C1C"/>
          </a:solidFill>
          <a:ln w="15875">
            <a:solidFill>
              <a:srgbClr val="29B6F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26280" y="1417320"/>
            <a:ext cx="4251960" cy="41148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63440" y="14173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FUSION LOOP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39200"/>
                </a:solidFill>
              </a:rPr>
              <a:t>1 · PREDICT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angle(k) = angle(k−1) + Tₛ · rate(k)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39200"/>
                </a:solidFill>
              </a:rPr>
              <a:t>2 · UNCERTAINTY GROWS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P(k) = P(k−1) + Tₛ² · (4°/s)²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39200"/>
                </a:solidFill>
              </a:rPr>
              <a:t>3 · KALMAN GAIN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P(k) / ( P(k) + 3² 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39200"/>
                </a:solidFill>
              </a:rPr>
              <a:t>4 · UPDATE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angle(k) = angle(k) + K · ( accel(k) − angle(k) 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P(k) = (1 − K) · P(k)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≈ 1  →  trust accelerometer    ·    K ≈ 0  →  trust gyroscope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 // FIELD TEST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FIELD TEST RESULTS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 ·  DRIFT  ·  REAL-TIME RESPONSE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1417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9B6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FIG 1  ·  Kalman vs Accelerometer under motor vibration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1691640"/>
          <a:ext cx="4160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365760" y="3200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signal jumps to ±4° once motors start; Kalman output stays near 0°.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617720" y="1417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392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FIG 3  ·  Gyroscope drift over time (rest)</a:t>
            </a:r>
            <a:endParaRPr lang="en-US" sz="110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4617720" y="1691640"/>
          <a:ext cx="4160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/>
          <p:nvPr/>
        </p:nvSpPr>
        <p:spPr>
          <a:xfrm>
            <a:off x="4617720" y="3200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 climbs to +1° in 3 min while accel stays bounded — motivates fusion.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5760" y="3611880"/>
            <a:ext cx="8412480" cy="1005840"/>
          </a:xfrm>
          <a:prstGeom prst="rect">
            <a:avLst/>
          </a:prstGeom>
          <a:solidFill>
            <a:srgbClr val="1C1C1C"/>
          </a:solidFill>
          <a:ln w="9525">
            <a:solidFill>
              <a:srgbClr val="29B6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3611880"/>
            <a:ext cx="64008" cy="100584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82219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675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FIG 2  ·  REAL-TIME ROLL / PITCH RESPONSE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88720" y="396849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tilted laterally at sample ≈5421 → Roll spikes from ~0° to ~18° while Pitch stays flat. Axes decoupled correctly; gesture detection logic validated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08 // PERFORMANCE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TABLE  ·  WIRELESS LINK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17320"/>
            <a:ext cx="2011680" cy="109728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417320"/>
            <a:ext cx="2011680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~90 m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OPEN-SPACE RANGE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14600" y="1417320"/>
            <a:ext cx="2011680" cy="109728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14600" y="1417320"/>
            <a:ext cx="2011680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F392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&lt; 10 ms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25146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LATENCY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1417320"/>
            <a:ext cx="2011680" cy="109728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1417320"/>
            <a:ext cx="201168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29B6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±30°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DEAD-ZONE GATE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812280" y="1417320"/>
            <a:ext cx="2011680" cy="109728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12280" y="1417320"/>
            <a:ext cx="2011680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1228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 / 5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68122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GESTURES CONSISTENT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GESTURE COMMAND TABLE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828800"/>
                <a:gridCol w="201168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GESTURE</a:t>
                      </a:r>
                      <a:endParaRPr lang="en-US" sz="11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AXIS</a:t>
                      </a:r>
                      <a:endParaRPr lang="en-US" sz="11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THRESHOLD</a:t>
                      </a:r>
                      <a:endParaRPr lang="en-US" sz="11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COMMAND</a:t>
                      </a:r>
                      <a:endParaRPr lang="en-US" sz="11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0F0F0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RESPONSE</a:t>
                      </a:r>
                      <a:endParaRPr lang="en-US" sz="11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9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tilt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+30°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FORWARD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Backward tilt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−30°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BACKWARD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tilt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−30°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 LEFT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tilt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+30°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 RIGHT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±30°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46304"/>
            <a:ext cx="56692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9651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09 // DEBRIEF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spc="200" kern="0" dirty="0">
                <a:solidFill>
                  <a:srgbClr val="D726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1417320" y="384048"/>
            <a:ext cx="54864" cy="713232"/>
          </a:xfrm>
          <a:prstGeom prst="rect">
            <a:avLst/>
          </a:prstGeom>
          <a:solidFill>
            <a:srgbClr val="D72631"/>
          </a:solidFill>
          <a:ln w="12700">
            <a:solidFill>
              <a:srgbClr val="D726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926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3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MISSION DEBRIEF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600200" y="7863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·  FUTURE OPS  ·  END OF BRIEFING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17320"/>
            <a:ext cx="4160520" cy="260604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417320"/>
            <a:ext cx="64008" cy="260604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1527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19202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Glove-controlled 4WD robot fully operational.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fusion suppressed motor-vibration noise and gyro drift.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link delivered low-latency control at ~90 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gesture commands triggered consistently.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Low-cost, responsive HRI platform for education and research.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17720" y="1417320"/>
            <a:ext cx="4160520" cy="260604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17720" y="1417320"/>
            <a:ext cx="64008" cy="2606040"/>
          </a:xfrm>
          <a:prstGeom prst="rect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544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1527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FUTURE OPS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846320" y="19202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speed proportional to tilt magnitude.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gesture vocabulary (rotation, fist, etc.).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→ glove feedback (battery, obstacles) over the bidirectional link.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camera for FPV / object tracking.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feedback in glove (vibration on impact).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solidFill>
            <a:srgbClr val="1C1C1C"/>
          </a:solidFill>
          <a:ln w="15875">
            <a:solidFill>
              <a:srgbClr val="D72631"/>
            </a:solidFill>
            <a:prstDash val="solid"/>
          </a:ln>
        </p:spPr>
      </p:sp>
      <p:pic>
        <p:nvPicPr>
          <p:cNvPr id="25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2452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500" kern="0" dirty="0">
                <a:solidFill>
                  <a:srgbClr val="F0F0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END OF BRIEFING  ·  QUESTIONS?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217920" y="4160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D7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36TH TFS // GLAMROCK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Glove-Controlled Robot — Final Project Brief</dc:title>
  <dc:subject>PptxGenJS Presentation</dc:subject>
  <dc:creator>36th TFS Glamrock</dc:creator>
  <cp:lastModifiedBy>36th TFS Glamrock</cp:lastModifiedBy>
  <cp:revision>1</cp:revision>
  <dcterms:created xsi:type="dcterms:W3CDTF">2026-05-16T06:20:48Z</dcterms:created>
  <dcterms:modified xsi:type="dcterms:W3CDTF">2026-05-16T06:20:48Z</dcterms:modified>
</cp:coreProperties>
</file>